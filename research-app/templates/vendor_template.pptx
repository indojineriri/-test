
<file path=[Content_Types].xml><?xml version="1.0" encoding="utf-8"?>
<Types xmlns="http://schemas.openxmlformats.org/package/2006/content-types">
  <Default Extension="gif" ContentType="image/gi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366" r:id="rId2"/>
    <p:sldId id="2374" r:id="rId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85658B1B-7950-4839-AA1E-2ACF9DA7E3AF}">
          <p14:sldIdLst>
            <p14:sldId id="2366"/>
            <p14:sldId id="2374"/>
          </p14:sldIdLst>
        </p14:section>
      </p14:sectionLst>
    </p:ext>
    <p:ext uri="{EFAFB233-063F-42B5-8137-9DF3F51BA10A}">
      <p15:sldGuideLst xmlns:p15="http://schemas.microsoft.com/office/powerpoint/2012/main">
        <p15:guide id="1" pos="5405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EDCCA"/>
    <a:srgbClr val="EA5504"/>
    <a:srgbClr val="7F7F7F"/>
    <a:srgbClr val="ECECEC"/>
    <a:srgbClr val="6BACDB"/>
    <a:srgbClr val="EFEFEF"/>
    <a:srgbClr val="7A7A7A"/>
    <a:srgbClr val="FEFEFE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432" y="108"/>
      </p:cViewPr>
      <p:guideLst>
        <p:guide pos="5405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1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2026/6/11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© SIGMAXYZ 2009.06.16</a:t>
            </a:r>
            <a:r>
              <a:rPr kumimoji="1" lang="ja-JP" altLang="en-US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2026/6/11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© SIGMAXYZ 2009.06.16</a:t>
            </a:r>
            <a:r>
              <a:rPr kumimoji="1" lang="ja-JP" altLang="en-US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  <a:endParaRPr kumimoji="1" lang="en-US" altLang="ja-JP"/>
          </a:p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  <a:endParaRPr kumimoji="1" lang="en-US" altLang="ja-JP"/>
          </a:p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コンテンツページ（ヘッドラインあり）</a:t>
            </a:r>
            <a:endParaRPr kumimoji="1" lang="en-US" altLang="ja-JP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コンテンツページ（ヘッドラインあり／</a:t>
            </a:r>
            <a:r>
              <a:rPr kumimoji="1" lang="en-US" altLang="ja-JP"/>
              <a:t>Confidential </a:t>
            </a:r>
            <a:r>
              <a:rPr kumimoji="1" lang="ja-JP" altLang="en-US"/>
              <a:t>）</a:t>
            </a:r>
            <a:endParaRPr kumimoji="1" lang="en-US" altLang="ja-JP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コンテンツページ（ヘッドラインあり／</a:t>
            </a:r>
            <a:r>
              <a:rPr kumimoji="1" lang="en-US" altLang="ja-JP"/>
              <a:t>Internal Use Only </a:t>
            </a:r>
            <a:r>
              <a:rPr kumimoji="1" lang="ja-JP" altLang="en-US"/>
              <a:t>）</a:t>
            </a:r>
            <a:endParaRPr kumimoji="1" lang="en-US" altLang="ja-JP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コンテンツページ（ヘッドラインあり／</a:t>
            </a:r>
            <a:r>
              <a:rPr kumimoji="1" lang="en-US" altLang="ja-JP"/>
              <a:t>Strictly Confidential </a:t>
            </a:r>
            <a:r>
              <a:rPr kumimoji="1" lang="ja-JP" altLang="en-US"/>
              <a:t>）</a:t>
            </a:r>
            <a:endParaRPr kumimoji="1" lang="en-US" altLang="ja-JP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/>
              <a:t>コンテンツページ（ヘッドラインなし）</a:t>
            </a:r>
            <a:endParaRPr kumimoji="1" lang="ja-JP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/>
              <a:t>コンテンツページ（ヘッドラインなし</a:t>
            </a:r>
            <a:r>
              <a:rPr kumimoji="1" lang="ja-JP" altLang="en-US"/>
              <a:t>／</a:t>
            </a:r>
            <a:r>
              <a:rPr kumimoji="1" lang="en-US" altLang="ja-JP"/>
              <a:t>Confidential </a:t>
            </a:r>
            <a:r>
              <a:rPr lang="ja-JP" altLang="en-US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/>
              <a:t>コンテンツページ（ヘッドラインなし</a:t>
            </a:r>
            <a:r>
              <a:rPr kumimoji="1" lang="ja-JP" altLang="en-US"/>
              <a:t>／</a:t>
            </a:r>
            <a:r>
              <a:rPr kumimoji="1" lang="en-US" altLang="ja-JP"/>
              <a:t>Internal Use Only </a:t>
            </a:r>
            <a:r>
              <a:rPr lang="ja-JP" altLang="en-US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/>
              <a:t>コンテンツページ（ヘッドラインなし</a:t>
            </a:r>
            <a:r>
              <a:rPr kumimoji="1" lang="ja-JP" altLang="en-US"/>
              <a:t>／</a:t>
            </a:r>
            <a:r>
              <a:rPr kumimoji="1" lang="en-US" altLang="ja-JP"/>
              <a:t>Strictly Confidential </a:t>
            </a:r>
            <a:r>
              <a:rPr lang="ja-JP" altLang="en-US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/>
              <a:t>エンドスライド（写真あり＿</a:t>
            </a:r>
            <a:r>
              <a:rPr kumimoji="1" lang="en-US" altLang="ja-JP"/>
              <a:t>P</a:t>
            </a:r>
            <a:r>
              <a:rPr kumimoji="1" lang="ja-JP" altLang="en-US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/>
              <a:t>エンドスライド（写真なし＿</a:t>
            </a:r>
            <a:r>
              <a:rPr kumimoji="1" lang="en-US" altLang="ja-JP"/>
              <a:t>P</a:t>
            </a:r>
            <a:r>
              <a:rPr kumimoji="1" lang="ja-JP" altLang="en-US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AE500-CB41-BE8C-63AC-2F3BA62A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F6EAC1D7-4B04-FBFE-E3D2-BC912DCCD16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kumimoji="1" lang="ja-JP" altLang="en-US"/>
              <a:t>モーションリブ社の「</a:t>
            </a:r>
            <a:r>
              <a:rPr kumimoji="1" lang="en-US" altLang="ja-JP"/>
              <a:t>SPX4(</a:t>
            </a:r>
            <a:r>
              <a:rPr kumimoji="1" lang="ja-JP" altLang="en-US"/>
              <a:t>仮称</a:t>
            </a:r>
            <a:r>
              <a:rPr kumimoji="1" lang="en-US" altLang="ja-JP"/>
              <a:t>)</a:t>
            </a:r>
            <a:r>
              <a:rPr kumimoji="1" lang="ja-JP" altLang="en-US"/>
              <a:t>」は専門知識のない作業者にもボタン一つでロボットアームにティーチングを行うことができ、</a:t>
            </a:r>
            <a:br>
              <a:rPr kumimoji="1" lang="en-US" altLang="ja-JP"/>
            </a:br>
            <a:r>
              <a:rPr kumimoji="1" lang="ja-JP" altLang="en-US"/>
              <a:t>多品種小ロットの現場や試験工程における省人化への貢献が可能</a:t>
            </a:r>
            <a:r>
              <a:rPr lang="ja-JP" altLang="en-US"/>
              <a:t>。</a:t>
            </a:r>
            <a:endParaRPr kumimoji="1" lang="en-US" altLang="ja-JP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A82244D-BAC0-35AC-D121-97BF19F7C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各出展者紹介</a:t>
            </a:r>
            <a:r>
              <a:rPr kumimoji="1" lang="en-US" altLang="ja-JP"/>
              <a:t>-</a:t>
            </a:r>
            <a:r>
              <a:rPr kumimoji="1" lang="ja-JP" altLang="en-US"/>
              <a:t>モーションリブ</a:t>
            </a:r>
            <a:r>
              <a:rPr kumimoji="1" lang="en-US" altLang="ja-JP"/>
              <a:t>-</a:t>
            </a:r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CF5F7E0-B339-5B74-DD02-CA4098E430B4}"/>
              </a:ext>
            </a:extLst>
          </p:cNvPr>
          <p:cNvSpPr/>
          <p:nvPr/>
        </p:nvSpPr>
        <p:spPr>
          <a:xfrm>
            <a:off x="2124193" y="1196978"/>
            <a:ext cx="3758292" cy="319764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>
              <a:spcBef>
                <a:spcPts val="600"/>
              </a:spcBef>
            </a:pPr>
            <a:r>
              <a:rPr lang="ja-JP" altLang="en-US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Kigelia Light" panose="020B0303020202020203" pitchFamily="34" charset="0"/>
              </a:rPr>
              <a:t>内容</a:t>
            </a:r>
            <a:endParaRPr kumimoji="1" lang="ja-JP" altLang="en-US" sz="14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Kigelia Light" panose="020B0303020202020203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D67A864-D67C-709C-0ABC-F35A69130132}"/>
              </a:ext>
            </a:extLst>
          </p:cNvPr>
          <p:cNvSpPr/>
          <p:nvPr/>
        </p:nvSpPr>
        <p:spPr>
          <a:xfrm>
            <a:off x="911226" y="1544904"/>
            <a:ext cx="1047116" cy="4121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>
              <a:spcBef>
                <a:spcPts val="600"/>
              </a:spcBef>
            </a:pP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出展者</a:t>
            </a:r>
            <a:endParaRPr kumimoji="1" lang="en-US" altLang="ja-JP" sz="16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E221C03-DDAF-F5FB-7EE9-77DC829E30D6}"/>
              </a:ext>
            </a:extLst>
          </p:cNvPr>
          <p:cNvSpPr/>
          <p:nvPr/>
        </p:nvSpPr>
        <p:spPr>
          <a:xfrm>
            <a:off x="2058946" y="1544903"/>
            <a:ext cx="3749717" cy="41213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spcBef>
                <a:spcPts val="600"/>
              </a:spcBef>
            </a:pP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株式会社モーションリブ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300E49B-48D1-F6AE-2A3F-40FBF039C8B6}"/>
              </a:ext>
            </a:extLst>
          </p:cNvPr>
          <p:cNvSpPr/>
          <p:nvPr/>
        </p:nvSpPr>
        <p:spPr>
          <a:xfrm>
            <a:off x="911226" y="2033885"/>
            <a:ext cx="1047116" cy="4121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>
              <a:spcBef>
                <a:spcPts val="600"/>
              </a:spcBef>
            </a:pP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製品名</a:t>
            </a:r>
            <a:endParaRPr lang="en-US" altLang="ja-JP" sz="16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6896D69-DE20-4382-AC35-C9819DC35C2E}"/>
              </a:ext>
            </a:extLst>
          </p:cNvPr>
          <p:cNvSpPr/>
          <p:nvPr/>
        </p:nvSpPr>
        <p:spPr>
          <a:xfrm>
            <a:off x="2058946" y="2033886"/>
            <a:ext cx="3749717" cy="41213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spcBef>
                <a:spcPts val="600"/>
              </a:spcBef>
            </a:pPr>
            <a:r>
              <a:rPr lang="en-US" altLang="ja-JP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SPX4(</a:t>
            </a: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仮称</a:t>
            </a:r>
            <a:r>
              <a:rPr lang="en-US" altLang="ja-JP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F7E7A57-454E-2C12-6553-57F0FE89BB2F}"/>
              </a:ext>
            </a:extLst>
          </p:cNvPr>
          <p:cNvSpPr/>
          <p:nvPr/>
        </p:nvSpPr>
        <p:spPr>
          <a:xfrm>
            <a:off x="911226" y="2522867"/>
            <a:ext cx="1047116" cy="15726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>
              <a:spcBef>
                <a:spcPts val="600"/>
              </a:spcBef>
            </a:pP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製品の</a:t>
            </a:r>
            <a:br>
              <a:rPr lang="en-US" altLang="ja-JP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特長</a:t>
            </a:r>
            <a:endParaRPr lang="en-US" altLang="ja-JP" sz="16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C1A3D56-05D7-A732-16FE-B4BD4B8CD5FF}"/>
              </a:ext>
            </a:extLst>
          </p:cNvPr>
          <p:cNvSpPr/>
          <p:nvPr/>
        </p:nvSpPr>
        <p:spPr>
          <a:xfrm>
            <a:off x="2058946" y="2522868"/>
            <a:ext cx="3749717" cy="157260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ロボットを直接手で動かしてボタンを押すだけで、複雑な動作を</a:t>
            </a:r>
            <a:r>
              <a:rPr lang="en-US" altLang="ja-JP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秒で記録・再現できる</a:t>
            </a:r>
            <a:endParaRPr lang="en-US" altLang="ja-JP" sz="16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100</a:t>
            </a: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段階の調整ノブにより、</a:t>
            </a:r>
            <a:r>
              <a:rPr lang="ja-JP" altLang="en-US" sz="16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ワークにかかる力加減を調整</a:t>
            </a: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することが可能</a:t>
            </a:r>
            <a:endParaRPr lang="en-US" altLang="ja-JP" sz="16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本体価格は約</a:t>
            </a:r>
            <a:r>
              <a:rPr lang="en-US" altLang="ja-JP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80</a:t>
            </a: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万円</a:t>
            </a:r>
            <a:r>
              <a:rPr lang="en-US" altLang="ja-JP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〜</a:t>
            </a: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と低コスト</a:t>
            </a:r>
            <a:endParaRPr lang="en-US" altLang="ja-JP" sz="16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76C13D3-DDB1-273C-31B8-DED88B67A970}"/>
              </a:ext>
            </a:extLst>
          </p:cNvPr>
          <p:cNvCxnSpPr>
            <a:cxnSpLocks/>
          </p:cNvCxnSpPr>
          <p:nvPr/>
        </p:nvCxnSpPr>
        <p:spPr>
          <a:xfrm>
            <a:off x="2051845" y="1516741"/>
            <a:ext cx="3758291" cy="0"/>
          </a:xfrm>
          <a:prstGeom prst="line">
            <a:avLst/>
          </a:prstGeom>
          <a:ln w="19050" cmpd="sng">
            <a:solidFill>
              <a:srgbClr val="000000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D724D0B-05D4-BDED-F714-AA8F6AAF97FD}"/>
              </a:ext>
            </a:extLst>
          </p:cNvPr>
          <p:cNvCxnSpPr>
            <a:cxnSpLocks/>
          </p:cNvCxnSpPr>
          <p:nvPr/>
        </p:nvCxnSpPr>
        <p:spPr>
          <a:xfrm>
            <a:off x="2058946" y="1995460"/>
            <a:ext cx="3751200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1FACCC6-7422-E1A6-9F93-2FD6EA563990}"/>
              </a:ext>
            </a:extLst>
          </p:cNvPr>
          <p:cNvSpPr/>
          <p:nvPr/>
        </p:nvSpPr>
        <p:spPr>
          <a:xfrm>
            <a:off x="911226" y="4172324"/>
            <a:ext cx="1047116" cy="6151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>
              <a:spcBef>
                <a:spcPts val="600"/>
              </a:spcBef>
            </a:pP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解決する</a:t>
            </a:r>
            <a:br>
              <a:rPr lang="en-US" altLang="ja-JP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</a:t>
            </a:r>
            <a:endParaRPr lang="en-US" altLang="ja-JP" sz="16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67655D6-F7C2-2636-2505-5B331CCA4299}"/>
              </a:ext>
            </a:extLst>
          </p:cNvPr>
          <p:cNvSpPr/>
          <p:nvPr/>
        </p:nvSpPr>
        <p:spPr>
          <a:xfrm>
            <a:off x="2058946" y="4172325"/>
            <a:ext cx="3749717" cy="61515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ダイレクトティーチングの簡易化</a:t>
            </a:r>
            <a:endParaRPr lang="en-US" altLang="ja-JP" sz="16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ワークにかかる力加減の調整</a:t>
            </a:r>
            <a:endParaRPr lang="en-US" altLang="ja-JP" sz="16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9F934B2-93E5-5CC0-7C48-644AA82D4D9F}"/>
              </a:ext>
            </a:extLst>
          </p:cNvPr>
          <p:cNvSpPr/>
          <p:nvPr/>
        </p:nvSpPr>
        <p:spPr>
          <a:xfrm>
            <a:off x="911226" y="4864331"/>
            <a:ext cx="1047116" cy="1647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>
              <a:spcBef>
                <a:spcPts val="600"/>
              </a:spcBef>
            </a:pP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活用例</a:t>
            </a:r>
            <a:endParaRPr lang="en-US" altLang="ja-JP" sz="16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1DD43E2-7FC4-A559-514B-BB5634BF9AEE}"/>
              </a:ext>
            </a:extLst>
          </p:cNvPr>
          <p:cNvSpPr/>
          <p:nvPr/>
        </p:nvSpPr>
        <p:spPr>
          <a:xfrm>
            <a:off x="2058946" y="4864336"/>
            <a:ext cx="3749717" cy="164732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ja-JP" altLang="en-US" sz="16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品質・耐久試験：</a:t>
            </a: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ボタンの押し込みや扉の開閉など、実機を操作するような繰り返しテスト</a:t>
            </a:r>
            <a:endParaRPr lang="en-US" altLang="ja-JP" sz="16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ja-JP" altLang="en-US" sz="16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多品種小ロットの加工作業：</a:t>
            </a:r>
            <a:r>
              <a:rPr lang="ja-JP" altLang="en-US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頻繁な段取り替えが必要な現場での、溶接、塗装、バリ取りなどの多様な工程</a:t>
            </a:r>
            <a:endParaRPr lang="en-US" altLang="ja-JP" sz="16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6" name="IMG_0026">
            <a:hlinkClick r:id="" action="ppaction://media"/>
            <a:extLst>
              <a:ext uri="{FF2B5EF4-FFF2-40B4-BE49-F238E27FC236}">
                <a16:creationId xmlns:a16="http://schemas.microsoft.com/office/drawing/2014/main" id="{D613EED7-3680-7785-398B-3A54C9FB9FC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85147" y="1412875"/>
            <a:ext cx="2848173" cy="5063420"/>
          </a:xfrm>
          <a:prstGeom prst="rect">
            <a:avLst/>
          </a:prstGeom>
        </p:spPr>
      </p:pic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4DB35F3E-0876-D810-6032-1C29DE5E7267}"/>
              </a:ext>
            </a:extLst>
          </p:cNvPr>
          <p:cNvCxnSpPr>
            <a:cxnSpLocks/>
          </p:cNvCxnSpPr>
          <p:nvPr/>
        </p:nvCxnSpPr>
        <p:spPr>
          <a:xfrm>
            <a:off x="2058946" y="2484442"/>
            <a:ext cx="3751200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2E2C8250-1188-6308-2C3D-0406AEE183AC}"/>
              </a:ext>
            </a:extLst>
          </p:cNvPr>
          <p:cNvCxnSpPr>
            <a:cxnSpLocks/>
          </p:cNvCxnSpPr>
          <p:nvPr/>
        </p:nvCxnSpPr>
        <p:spPr>
          <a:xfrm>
            <a:off x="2058946" y="4133899"/>
            <a:ext cx="3751200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E1F5787-55F2-9D3F-8C32-4165C34DB835}"/>
              </a:ext>
            </a:extLst>
          </p:cNvPr>
          <p:cNvCxnSpPr>
            <a:cxnSpLocks/>
          </p:cNvCxnSpPr>
          <p:nvPr/>
        </p:nvCxnSpPr>
        <p:spPr>
          <a:xfrm>
            <a:off x="2058946" y="4825907"/>
            <a:ext cx="3751200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74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0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4CD6-9231-B604-4860-A2566AF53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7E388E5C-C97D-FC2B-5E15-85D4529DA2B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ja-JP" altLang="en-US"/>
              <a:t>ボタン一つで簡単に</a:t>
            </a:r>
            <a:r>
              <a:rPr kumimoji="1" lang="ja-JP" altLang="en-US"/>
              <a:t>ダイレクトティーチングが可能、コンプライアンス量を調整することで、ドアの開閉の際の力加減を調整できる</a:t>
            </a:r>
            <a:br>
              <a:rPr kumimoji="1" lang="en-US" altLang="ja-JP"/>
            </a:br>
            <a:r>
              <a:rPr kumimoji="1" lang="en-US" altLang="ja-JP"/>
              <a:t>(</a:t>
            </a:r>
            <a:r>
              <a:rPr kumimoji="1" lang="ja-JP" altLang="en-US"/>
              <a:t>恐らく力覚センサが搭載されていて接触力をセンシングしている</a:t>
            </a:r>
            <a:r>
              <a:rPr kumimoji="1" lang="en-US" altLang="ja-JP"/>
              <a:t>)</a:t>
            </a:r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4E33858-B007-D5FE-A576-E539BB79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各出展者紹介</a:t>
            </a:r>
            <a:r>
              <a:rPr lang="en-US" altLang="ja-JP"/>
              <a:t>-</a:t>
            </a:r>
            <a:r>
              <a:rPr lang="ja-JP" altLang="en-US"/>
              <a:t>モーションリブ</a:t>
            </a:r>
            <a:r>
              <a:rPr lang="en-US" altLang="ja-JP"/>
              <a:t>-</a:t>
            </a:r>
            <a:endParaRPr kumimoji="1" lang="ja-JP" altLang="en-US"/>
          </a:p>
        </p:txBody>
      </p:sp>
      <p:pic>
        <p:nvPicPr>
          <p:cNvPr id="1026" name="Picture 2" descr="この画像には代替テキストの説明がありません">
            <a:extLst>
              <a:ext uri="{FF2B5EF4-FFF2-40B4-BE49-F238E27FC236}">
                <a16:creationId xmlns:a16="http://schemas.microsoft.com/office/drawing/2014/main" id="{74FE40FD-0207-BD1F-B237-7C014C25A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884" y="1599151"/>
            <a:ext cx="4818291" cy="164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 descr="人, 屋内, 女性, フロン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ABE15BF-80CD-6499-FC08-3C2457B78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96" y="1599151"/>
            <a:ext cx="5561720" cy="3401239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8664DC5-C21B-6445-9479-4574B54A6299}"/>
              </a:ext>
            </a:extLst>
          </p:cNvPr>
          <p:cNvSpPr txBox="1"/>
          <p:nvPr/>
        </p:nvSpPr>
        <p:spPr>
          <a:xfrm>
            <a:off x="740896" y="5054448"/>
            <a:ext cx="53559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ダイレクトティーチングをボタン一つで簡単に実施可能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コンプライアンス量</a:t>
            </a:r>
            <a:r>
              <a:rPr lang="en-US" altLang="ja-JP"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力に対してどれだけ変形するのか</a:t>
            </a:r>
            <a:r>
              <a:rPr lang="en-US" altLang="ja-JP"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</a:t>
            </a:r>
            <a:br>
              <a:rPr lang="en-US" altLang="ja-JP"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調整し繊細なティーチングが可能</a:t>
            </a:r>
            <a:endParaRPr lang="en-US" altLang="ja-JP" sz="18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1E706C6-6A33-6684-91C0-13763E9920DF}"/>
              </a:ext>
            </a:extLst>
          </p:cNvPr>
          <p:cNvSpPr txBox="1"/>
          <p:nvPr/>
        </p:nvSpPr>
        <p:spPr>
          <a:xfrm>
            <a:off x="6720354" y="5054448"/>
            <a:ext cx="53559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簡単にダイレクトティーチングができることをアピールしていたが、その価値はあまり感じない</a:t>
            </a:r>
            <a:r>
              <a:rPr lang="en-US" altLang="ja-JP"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営業が理解していない</a:t>
            </a:r>
            <a:r>
              <a:rPr lang="en-US" altLang="ja-JP"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  <a:p>
            <a:r>
              <a:rPr lang="ja-JP" altLang="en-US"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後々はリアルハプティクスとつなげる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ことで価値を生み出す？</a:t>
            </a:r>
            <a:endParaRPr lang="en-US" altLang="ja-JP" sz="18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5B6D207-E1DB-0D2A-0E07-0426A29F585B}"/>
              </a:ext>
            </a:extLst>
          </p:cNvPr>
          <p:cNvSpPr txBox="1"/>
          <p:nvPr/>
        </p:nvSpPr>
        <p:spPr>
          <a:xfrm>
            <a:off x="740896" y="6031836"/>
            <a:ext cx="5561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https://www.youtube.com/watch?v=D7QQXsb509E</a:t>
            </a:r>
          </a:p>
        </p:txBody>
      </p:sp>
    </p:spTree>
    <p:extLst>
      <p:ext uri="{BB962C8B-B14F-4D97-AF65-F5344CB8AC3E}">
        <p14:creationId xmlns:p14="http://schemas.microsoft.com/office/powerpoint/2010/main" val="1325070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311</Words>
  <Application>Microsoft Office PowerPoint</Application>
  <PresentationFormat>ワイド画面</PresentationFormat>
  <Paragraphs>24</Paragraphs>
  <Slides>2</Slides>
  <Notes>0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Meiryo UI</vt:lpstr>
      <vt:lpstr>ＭＳ Ｐゴシック</vt:lpstr>
      <vt:lpstr>Arial</vt:lpstr>
      <vt:lpstr>Calibri</vt:lpstr>
      <vt:lpstr>Office テーマ</vt:lpstr>
      <vt:lpstr>各出展者紹介-モーションリブ-</vt:lpstr>
      <vt:lpstr>各出展者紹介-モーションリブ-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Sato Shohei</cp:lastModifiedBy>
  <cp:revision>3</cp:revision>
  <cp:lastPrinted>2018-06-13T22:31:49Z</cp:lastPrinted>
  <dcterms:created xsi:type="dcterms:W3CDTF">2009-06-15T08:28:54Z</dcterms:created>
  <dcterms:modified xsi:type="dcterms:W3CDTF">2026-06-11T02:13:51Z</dcterms:modified>
</cp:coreProperties>
</file>